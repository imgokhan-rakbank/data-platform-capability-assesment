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</p:sldMasterIdLst>
  <p:sldIdLst>
    <p:sldId id="2147483380" r:id="rId3"/>
    <p:sldId id="2147483385" r:id="rId4"/>
    <p:sldId id="2147483386" r:id="rId5"/>
    <p:sldId id="2147483387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emf"/><Relationship Id="rId5" Type="http://schemas.openxmlformats.org/officeDocument/2006/relationships/image" Target="../media/image7.jpe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6" Type="http://schemas.openxmlformats.org/officeDocument/2006/relationships/image" Target="../media/image8.emf"/><Relationship Id="rId5" Type="http://schemas.openxmlformats.org/officeDocument/2006/relationships/image" Target="../media/image7.jpe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2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22.bin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2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2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"/>
            <a:ext cx="12188825" cy="6857433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 bwMode="auto">
          <a:xfrm>
            <a:off x="1" y="1809000"/>
            <a:ext cx="12188825" cy="3240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algn="ctr" defTabSz="685594" fontAlgn="base">
              <a:spcBef>
                <a:spcPct val="0"/>
              </a:spcBef>
              <a:spcAft>
                <a:spcPct val="0"/>
              </a:spcAft>
            </a:pPr>
            <a:endParaRPr lang="en-GB" sz="1425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39339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497" y="2390403"/>
            <a:ext cx="11612975" cy="1918823"/>
          </a:xfrm>
          <a:prstGeom prst="rect">
            <a:avLst/>
          </a:prstGeom>
        </p:spPr>
        <p:txBody>
          <a:bodyPr anchor="ctr"/>
          <a:lstStyle>
            <a:lvl1pPr algn="l">
              <a:defRPr sz="2799" b="1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496" y="5140422"/>
            <a:ext cx="5086675" cy="108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defRPr>
            </a:lvl1pPr>
            <a:lvl2pPr marL="342797" indent="0" algn="ctr">
              <a:buNone/>
              <a:defRPr/>
            </a:lvl2pPr>
            <a:lvl3pPr marL="685594" indent="0" algn="ctr">
              <a:buNone/>
              <a:defRPr/>
            </a:lvl3pPr>
            <a:lvl4pPr marL="1028391" indent="0" algn="ctr">
              <a:buNone/>
              <a:defRPr/>
            </a:lvl4pPr>
            <a:lvl5pPr marL="1371189" indent="0" algn="ctr">
              <a:buNone/>
              <a:defRPr/>
            </a:lvl5pPr>
            <a:lvl6pPr marL="1713986" indent="0" algn="ctr">
              <a:buNone/>
              <a:defRPr/>
            </a:lvl6pPr>
            <a:lvl7pPr marL="2056783" indent="0" algn="ctr">
              <a:buNone/>
              <a:defRPr/>
            </a:lvl7pPr>
            <a:lvl8pPr marL="2399580" indent="0" algn="ctr">
              <a:buNone/>
              <a:defRPr/>
            </a:lvl8pPr>
            <a:lvl9pPr marL="274237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5103333" y="6755907"/>
            <a:ext cx="2924429" cy="1020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algn="ctr" defTabSz="685594" fontAlgn="base">
              <a:spcBef>
                <a:spcPct val="0"/>
              </a:spcBef>
              <a:spcAft>
                <a:spcPct val="0"/>
              </a:spcAft>
            </a:pPr>
            <a:endParaRPr lang="en-GB" sz="900">
              <a:solidFill>
                <a:srgbClr val="2D2926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27549" y="526501"/>
            <a:ext cx="2875684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4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02" y="477839"/>
            <a:ext cx="5574224" cy="5543451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9123" y="1964568"/>
            <a:ext cx="11710583" cy="65091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11710583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11710583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19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83542" y="1178585"/>
            <a:ext cx="7605284" cy="2547334"/>
            <a:chOff x="4242374" y="1266924"/>
            <a:chExt cx="7607265" cy="1277860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/>
            <a:stretch/>
          </p:blipFill>
          <p:spPr bwMode="auto">
            <a:xfrm>
              <a:off x="7458055" y="1266924"/>
              <a:ext cx="4049222" cy="692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7157" b="17268"/>
            <a:stretch/>
          </p:blipFill>
          <p:spPr bwMode="auto">
            <a:xfrm>
              <a:off x="4242374" y="1266924"/>
              <a:ext cx="3215680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873398" y="1505214"/>
              <a:ext cx="616085" cy="38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 b="7541"/>
            <a:stretch/>
          </p:blipFill>
          <p:spPr bwMode="auto">
            <a:xfrm>
              <a:off x="6747364" y="1904828"/>
              <a:ext cx="4049222" cy="639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9746" b="50292"/>
            <a:stretch/>
          </p:blipFill>
          <p:spPr bwMode="auto">
            <a:xfrm>
              <a:off x="10181088" y="2094605"/>
              <a:ext cx="526195" cy="28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1005120" y="1266924"/>
              <a:ext cx="844519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662759" y="1724108"/>
              <a:ext cx="1186880" cy="820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3" r="99340" b="31624"/>
          <a:stretch/>
        </p:blipFill>
        <p:spPr bwMode="auto">
          <a:xfrm>
            <a:off x="0" y="1178585"/>
            <a:ext cx="4646921" cy="254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8733864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8733864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6" r="76604" b="25471"/>
          <a:stretch/>
        </p:blipFill>
        <p:spPr bwMode="auto">
          <a:xfrm>
            <a:off x="11396131" y="3113148"/>
            <a:ext cx="627530" cy="53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Connector 34"/>
          <p:cNvCxnSpPr/>
          <p:nvPr/>
        </p:nvCxnSpPr>
        <p:spPr bwMode="auto">
          <a:xfrm>
            <a:off x="239122" y="2006353"/>
            <a:ext cx="8872841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50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2" y="836712"/>
            <a:ext cx="11326474" cy="1655762"/>
          </a:xfrm>
          <a:prstGeom prst="rect">
            <a:avLst/>
          </a:prstGeom>
        </p:spPr>
        <p:txBody>
          <a:bodyPr/>
          <a:lstStyle>
            <a:lvl1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 kumimoji="0" lang="en-US" sz="1799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742727" marR="0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2pPr>
            <a:lvl3pPr marL="1142657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•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3pPr>
            <a:lvl4pPr marL="1599720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4pPr>
            <a:lvl5pPr marL="2056783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»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5pPr>
            <a:lvl6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6pPr>
            <a:lvl8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8pPr>
            <a:lvl9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9pPr>
          </a:lstStyle>
          <a:p>
            <a:pPr marL="342797" marR="0" lvl="0" indent="-342797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Edit Master text styles</a:t>
            </a:r>
          </a:p>
          <a:p>
            <a:pPr marL="742727" marR="0" lvl="1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142657" marR="0" lvl="2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599720" marR="0" lvl="3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2056783" marR="0" lvl="4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Fifth level</a:t>
            </a:r>
          </a:p>
          <a:p>
            <a:pPr marL="2513846" marR="0" lvl="5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six</a:t>
            </a:r>
          </a:p>
          <a:p>
            <a:pPr marL="0" marR="0" lvl="5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Level seven</a:t>
            </a:r>
          </a:p>
          <a:p>
            <a:pPr marL="0" marR="0" lvl="7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Level eight</a:t>
            </a:r>
          </a:p>
          <a:p>
            <a:pPr marL="0" marR="0" lvl="8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106020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52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28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729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9830553" y="6368498"/>
            <a:ext cx="1722334" cy="476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20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12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>
              <a:solidFill>
                <a:srgbClr val="2D2926"/>
              </a:solidFill>
              <a:cs typeface="Times New Roman"/>
              <a:sym typeface="Calibri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78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667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143">
          <p15:clr>
            <a:srgbClr val="FBAE40"/>
          </p15:clr>
        </p15:guide>
        <p15:guide id="5" pos="753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4"/>
          <p:cNvSpPr/>
          <p:nvPr/>
        </p:nvSpPr>
        <p:spPr bwMode="ltGray">
          <a:xfrm>
            <a:off x="1524" y="1310"/>
            <a:ext cx="4087247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99000">
                <a:srgbClr val="AF4946"/>
              </a:gs>
              <a:gs pos="7900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FooterSimple" hidden="1"/>
          <p:cNvSpPr txBox="1"/>
          <p:nvPr>
            <p:custDataLst>
              <p:tags r:id="rId1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92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D. Two-Thirds">
    <p:bg>
      <p:bgPr>
        <a:gradFill>
          <a:gsLst>
            <a:gs pos="100000">
              <a:srgbClr val="C00000"/>
            </a:gs>
            <a:gs pos="8100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 bwMode="ltGray">
          <a:xfrm>
            <a:off x="4079701" y="-1309"/>
            <a:ext cx="8109125" cy="68593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FooterSimple" hidden="1"/>
          <p:cNvSpPr txBox="1"/>
          <p:nvPr>
            <p:custDataLst>
              <p:tags r:id="rId2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86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397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2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2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"/>
            <a:ext cx="12188825" cy="6857433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 bwMode="auto">
          <a:xfrm>
            <a:off x="1" y="1809000"/>
            <a:ext cx="12188825" cy="3240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5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2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39339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497" y="2390403"/>
            <a:ext cx="11612975" cy="1918823"/>
          </a:xfrm>
          <a:prstGeom prst="rect">
            <a:avLst/>
          </a:prstGeom>
        </p:spPr>
        <p:txBody>
          <a:bodyPr anchor="ctr"/>
          <a:lstStyle>
            <a:lvl1pPr algn="l">
              <a:defRPr sz="2799" b="1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496" y="5140422"/>
            <a:ext cx="5086675" cy="108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defRPr>
            </a:lvl1pPr>
            <a:lvl2pPr marL="342797" indent="0" algn="ctr">
              <a:buNone/>
              <a:defRPr/>
            </a:lvl2pPr>
            <a:lvl3pPr marL="685594" indent="0" algn="ctr">
              <a:buNone/>
              <a:defRPr/>
            </a:lvl3pPr>
            <a:lvl4pPr marL="1028391" indent="0" algn="ctr">
              <a:buNone/>
              <a:defRPr/>
            </a:lvl4pPr>
            <a:lvl5pPr marL="1371189" indent="0" algn="ctr">
              <a:buNone/>
              <a:defRPr/>
            </a:lvl5pPr>
            <a:lvl6pPr marL="1713986" indent="0" algn="ctr">
              <a:buNone/>
              <a:defRPr/>
            </a:lvl6pPr>
            <a:lvl7pPr marL="2056783" indent="0" algn="ctr">
              <a:buNone/>
              <a:defRPr/>
            </a:lvl7pPr>
            <a:lvl8pPr marL="2399580" indent="0" algn="ctr">
              <a:buNone/>
              <a:defRPr/>
            </a:lvl8pPr>
            <a:lvl9pPr marL="274237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5103333" y="6755907"/>
            <a:ext cx="2924429" cy="1020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5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27549" y="526501"/>
            <a:ext cx="2875684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25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039349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02" y="477839"/>
            <a:ext cx="5574224" cy="5543451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9123" y="1964568"/>
            <a:ext cx="11710583" cy="65091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11710583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11710583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03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2717904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83542" y="1178585"/>
            <a:ext cx="7605284" cy="2547334"/>
            <a:chOff x="4242374" y="1266924"/>
            <a:chExt cx="7607265" cy="1277860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/>
            <a:stretch/>
          </p:blipFill>
          <p:spPr bwMode="auto">
            <a:xfrm>
              <a:off x="7458055" y="1266924"/>
              <a:ext cx="4049222" cy="692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7157" b="17268"/>
            <a:stretch/>
          </p:blipFill>
          <p:spPr bwMode="auto">
            <a:xfrm>
              <a:off x="4242374" y="1266924"/>
              <a:ext cx="3215680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873398" y="1505214"/>
              <a:ext cx="616085" cy="38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 b="7541"/>
            <a:stretch/>
          </p:blipFill>
          <p:spPr bwMode="auto">
            <a:xfrm>
              <a:off x="6747364" y="1904828"/>
              <a:ext cx="4049222" cy="639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9746" b="50292"/>
            <a:stretch/>
          </p:blipFill>
          <p:spPr bwMode="auto">
            <a:xfrm>
              <a:off x="10181088" y="2094605"/>
              <a:ext cx="526195" cy="28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1005120" y="1266924"/>
              <a:ext cx="844519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662759" y="1724108"/>
              <a:ext cx="1186880" cy="820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3" r="99340" b="31624"/>
          <a:stretch/>
        </p:blipFill>
        <p:spPr bwMode="auto">
          <a:xfrm>
            <a:off x="0" y="1178585"/>
            <a:ext cx="4646921" cy="254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8733864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8733864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6" r="76604" b="25471"/>
          <a:stretch/>
        </p:blipFill>
        <p:spPr bwMode="auto">
          <a:xfrm>
            <a:off x="11396131" y="3113148"/>
            <a:ext cx="627530" cy="53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Connector 34"/>
          <p:cNvCxnSpPr/>
          <p:nvPr/>
        </p:nvCxnSpPr>
        <p:spPr bwMode="auto">
          <a:xfrm>
            <a:off x="239122" y="2006353"/>
            <a:ext cx="8872841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039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9689280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2" y="836712"/>
            <a:ext cx="11326474" cy="1655762"/>
          </a:xfrm>
          <a:prstGeom prst="rect">
            <a:avLst/>
          </a:prstGeom>
        </p:spPr>
        <p:txBody>
          <a:bodyPr/>
          <a:lstStyle>
            <a:lvl1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 kumimoji="0" lang="en-US" sz="1799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742727" marR="0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2pPr>
            <a:lvl3pPr marL="1142657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•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3pPr>
            <a:lvl4pPr marL="1599720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4pPr>
            <a:lvl5pPr marL="2056783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»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5pPr>
            <a:lvl6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6pPr>
            <a:lvl8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8pPr>
            <a:lvl9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9pPr>
          </a:lstStyle>
          <a:p>
            <a:pPr marL="342797" marR="0" lvl="0" indent="-342797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Edit Master text styles</a:t>
            </a:r>
          </a:p>
          <a:p>
            <a:pPr marL="742727" marR="0" lvl="1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142657" marR="0" lvl="2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599720" marR="0" lvl="3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2056783" marR="0" lvl="4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Fifth level</a:t>
            </a:r>
          </a:p>
          <a:p>
            <a:pPr marL="2513846" marR="0" lvl="5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six</a:t>
            </a:r>
          </a:p>
          <a:p>
            <a:pPr marL="0" marR="0" lvl="5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Level seven</a:t>
            </a:r>
          </a:p>
          <a:p>
            <a:pPr marL="0" marR="0" lvl="7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Level eight</a:t>
            </a:r>
          </a:p>
          <a:p>
            <a:pPr marL="0" marR="0" lvl="8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1090936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52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2877703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061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71523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35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6688315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9830553" y="6368498"/>
            <a:ext cx="1722334" cy="476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761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7097505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12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/>
              <a:ea typeface="+mn-ea"/>
              <a:cs typeface="Times New Roman"/>
              <a:sym typeface="Calibri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2713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7706407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8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143">
          <p15:clr>
            <a:srgbClr val="FBAE40"/>
          </p15:clr>
        </p15:guide>
        <p15:guide id="5" pos="753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4"/>
          <p:cNvSpPr/>
          <p:nvPr/>
        </p:nvSpPr>
        <p:spPr bwMode="ltGray">
          <a:xfrm>
            <a:off x="1524" y="1310"/>
            <a:ext cx="4087247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99000">
                <a:srgbClr val="AF4946"/>
              </a:gs>
              <a:gs pos="7900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FooterSimple" hidden="1"/>
          <p:cNvSpPr txBox="1"/>
          <p:nvPr>
            <p:custDataLst>
              <p:tags r:id="rId1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04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D. Two-Thirds">
    <p:bg>
      <p:bgPr>
        <a:gradFill>
          <a:gsLst>
            <a:gs pos="100000">
              <a:srgbClr val="C00000"/>
            </a:gs>
            <a:gs pos="8100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 bwMode="ltGray">
          <a:xfrm>
            <a:off x="4079701" y="-1309"/>
            <a:ext cx="8109125" cy="68593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FooterSimple" hidden="1"/>
          <p:cNvSpPr txBox="1"/>
          <p:nvPr>
            <p:custDataLst>
              <p:tags r:id="rId2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772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D351B6-2978-44B5-B76F-26AD3EF61F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80" y="736061"/>
            <a:ext cx="11443584" cy="407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90773EA-999E-2D46-9CD7-8BC979FC0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3971" y="6283326"/>
            <a:ext cx="28440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84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12.bin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14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60" imgH="360" progId="TCLayout.ActiveDocument.1">
                  <p:embed/>
                </p:oleObj>
              </mc:Choice>
              <mc:Fallback>
                <p:oleObj name="think-cell Slide" r:id="rId15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61582" y="6400800"/>
            <a:ext cx="5272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0"/>
            <a:ext cx="12188825" cy="692150"/>
            <a:chOff x="0" y="0"/>
            <a:chExt cx="9144000" cy="69215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0"/>
              <a:ext cx="9144000" cy="692150"/>
              <a:chOff x="0" y="0"/>
              <a:chExt cx="9144000" cy="692150"/>
            </a:xfrm>
          </p:grpSpPr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4400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/>
              <a:stretch/>
            </p:blipFill>
            <p:spPr bwMode="auto">
              <a:xfrm>
                <a:off x="0" y="0"/>
                <a:ext cx="241176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/>
              <a:stretch/>
            </p:blipFill>
            <p:spPr bwMode="auto">
              <a:xfrm>
                <a:off x="8928847" y="0"/>
                <a:ext cx="215153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8676456" y="153334"/>
                <a:ext cx="462064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116" r="76604" b="25471"/>
            <a:stretch/>
          </p:blipFill>
          <p:spPr bwMode="auto">
            <a:xfrm>
              <a:off x="8703539" y="116635"/>
              <a:ext cx="396000" cy="447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C1072D-9701-FEFC-F3C5-73816AF942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736080"/>
            <a:ext cx="12950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RAKBANK-Public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C4315-E758-194B-DF9A-94B835D643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" y="6736080"/>
            <a:ext cx="1369656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RAKBANK-Internal</a:t>
            </a:r>
          </a:p>
        </p:txBody>
      </p:sp>
    </p:spTree>
    <p:extLst>
      <p:ext uri="{BB962C8B-B14F-4D97-AF65-F5344CB8AC3E}">
        <p14:creationId xmlns:p14="http://schemas.microsoft.com/office/powerpoint/2010/main" val="200409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00" b="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063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126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189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251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342797" indent="-342797" algn="l" rtl="0" eaLnBrk="1" fontAlgn="base" hangingPunct="1">
        <a:spcBef>
          <a:spcPct val="20000"/>
        </a:spcBef>
        <a:spcAft>
          <a:spcPct val="0"/>
        </a:spcAft>
        <a:buChar char="•"/>
        <a:defRPr sz="1799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727" indent="-285664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anose="020F0502020204030204" pitchFamily="34" charset="0"/>
          <a:cs typeface="+mn-cs"/>
        </a:defRPr>
      </a:lvl2pPr>
      <a:lvl3pPr marL="1142657" indent="-228531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3pPr>
      <a:lvl4pPr marL="1599720" indent="-228531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4pPr>
      <a:lvl5pPr marL="2056783" indent="-228531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5pPr>
      <a:lvl6pPr marL="2513846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0908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7971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5034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91227660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60" imgH="360" progId="TCLayout.ActiveDocument.1">
                  <p:embed/>
                </p:oleObj>
              </mc:Choice>
              <mc:Fallback>
                <p:oleObj name="think-cell Slide" r:id="rId15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61582" y="6400800"/>
            <a:ext cx="5272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0"/>
            <a:ext cx="12188825" cy="692150"/>
            <a:chOff x="0" y="0"/>
            <a:chExt cx="9144000" cy="69215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0"/>
              <a:ext cx="9144000" cy="692150"/>
              <a:chOff x="0" y="0"/>
              <a:chExt cx="9144000" cy="692150"/>
            </a:xfrm>
          </p:grpSpPr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4400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/>
              <a:stretch/>
            </p:blipFill>
            <p:spPr bwMode="auto">
              <a:xfrm>
                <a:off x="0" y="0"/>
                <a:ext cx="241176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/>
              <a:stretch/>
            </p:blipFill>
            <p:spPr bwMode="auto">
              <a:xfrm>
                <a:off x="8928847" y="0"/>
                <a:ext cx="215153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8676456" y="153334"/>
                <a:ext cx="462064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116" r="76604" b="25471"/>
            <a:stretch/>
          </p:blipFill>
          <p:spPr bwMode="auto">
            <a:xfrm>
              <a:off x="8703539" y="116635"/>
              <a:ext cx="396000" cy="447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B121E8E-13B7-7A8E-2FBA-30FB2D99CE8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484" y="6672580"/>
            <a:ext cx="1369656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RAKBANK-Internal</a:t>
            </a:r>
          </a:p>
        </p:txBody>
      </p:sp>
    </p:spTree>
    <p:extLst>
      <p:ext uri="{BB962C8B-B14F-4D97-AF65-F5344CB8AC3E}">
        <p14:creationId xmlns:p14="http://schemas.microsoft.com/office/powerpoint/2010/main" val="426151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00" b="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063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126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189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251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342797" indent="-342797" algn="l" rtl="0" eaLnBrk="1" fontAlgn="base" hangingPunct="1">
        <a:spcBef>
          <a:spcPct val="20000"/>
        </a:spcBef>
        <a:spcAft>
          <a:spcPct val="0"/>
        </a:spcAft>
        <a:buChar char="•"/>
        <a:defRPr sz="1799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727" indent="-285664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anose="020F0502020204030204" pitchFamily="34" charset="0"/>
          <a:cs typeface="+mn-cs"/>
        </a:defRPr>
      </a:lvl2pPr>
      <a:lvl3pPr marL="1142657" indent="-228531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3pPr>
      <a:lvl4pPr marL="1599720" indent="-228531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4pPr>
      <a:lvl5pPr marL="2056783" indent="-228531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5pPr>
      <a:lvl6pPr marL="2513846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0908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7971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5034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389EAE-379D-2B0E-C6D3-D844814C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126"/>
            <a:fld id="{B3CE4FC1-9BFD-4D71-B62C-EB069A42157A}" type="slidenum">
              <a:rPr lang="en-US">
                <a:solidFill>
                  <a:srgbClr val="FFFFFF"/>
                </a:solidFill>
                <a:latin typeface="Calibri"/>
              </a:rPr>
              <a:pPr defTabSz="914126"/>
              <a:t>1</a:t>
            </a:fld>
            <a:endParaRPr lang="en-US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D504F3-EC70-6B4D-99C7-B4FB245393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84DF042-C85B-B9F6-BB50-0561CA498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23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7146F1-7994-352B-AFA1-CD116300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F5FD2-50FB-B69C-1AE2-A225C30300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7BE74-EB34-4CCC-BA97-26C8926F99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0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417E46-FAA7-C848-DA33-1038326D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381186-4CEF-2A01-233B-095F0394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6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E6C111-FF60-3D01-3FBD-7703A0F5CF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D2EDB6-7F05-2F45-B2F2-1F74C903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5160D-52F1-1509-4EC7-DF8C1F93B1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9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M2bqDxQIOBWziIghVoe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M2bqDxQIOBWziIghVoe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heme/theme1.xml><?xml version="1.0" encoding="utf-8"?>
<a:theme xmlns:a="http://schemas.openxmlformats.org/drawingml/2006/main" name="2_Group Strategy Template 2019">
  <a:themeElements>
    <a:clrScheme name="Group Strategy Color Scheme">
      <a:dk1>
        <a:srgbClr val="2D2926"/>
      </a:dk1>
      <a:lt1>
        <a:srgbClr val="FFFFFF"/>
      </a:lt1>
      <a:dk2>
        <a:srgbClr val="C00000"/>
      </a:dk2>
      <a:lt2>
        <a:srgbClr val="000000"/>
      </a:lt2>
      <a:accent1>
        <a:srgbClr val="FFFFFF"/>
      </a:accent1>
      <a:accent2>
        <a:srgbClr val="9D928B"/>
      </a:accent2>
      <a:accent3>
        <a:srgbClr val="AB8A54"/>
      </a:accent3>
      <a:accent4>
        <a:srgbClr val="3F3F3F"/>
      </a:accent4>
      <a:accent5>
        <a:srgbClr val="003860"/>
      </a:accent5>
      <a:accent6>
        <a:srgbClr val="FFD430"/>
      </a:accent6>
      <a:hlink>
        <a:srgbClr val="0000FF"/>
      </a:hlink>
      <a:folHlink>
        <a:srgbClr val="7F7F7F"/>
      </a:folHlink>
    </a:clrScheme>
    <a:fontScheme name="Group Strategy Font Setting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0" tIns="0" rIns="0" bIns="0" rtlCol="0" anchor="t">
        <a:noAutofit/>
      </a:bodyPr>
      <a:lstStyle>
        <a:defPPr marL="285750" indent="-285750">
          <a:buClr>
            <a:srgbClr val="C00000"/>
          </a:buClr>
          <a:buFont typeface="Arial" panose="020B0604020202020204" pitchFamily="34" charset="0"/>
          <a:buChar char="•"/>
          <a:defRPr sz="16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roup Strategy Template 2019" id="{9745A5BC-9F30-47DF-B568-2921C665BFAB}" vid="{E69A3F49-0FDF-4CF2-B309-CD0B30A61F46}"/>
    </a:ext>
  </a:extLst>
</a:theme>
</file>

<file path=ppt/theme/theme2.xml><?xml version="1.0" encoding="utf-8"?>
<a:theme xmlns:a="http://schemas.openxmlformats.org/drawingml/2006/main" name="Group Strategy Template 2019">
  <a:themeElements>
    <a:clrScheme name="Group Strategy Color Scheme">
      <a:dk1>
        <a:srgbClr val="2D2926"/>
      </a:dk1>
      <a:lt1>
        <a:srgbClr val="FFFFFF"/>
      </a:lt1>
      <a:dk2>
        <a:srgbClr val="C00000"/>
      </a:dk2>
      <a:lt2>
        <a:srgbClr val="000000"/>
      </a:lt2>
      <a:accent1>
        <a:srgbClr val="FFFFFF"/>
      </a:accent1>
      <a:accent2>
        <a:srgbClr val="9D928B"/>
      </a:accent2>
      <a:accent3>
        <a:srgbClr val="AB8A54"/>
      </a:accent3>
      <a:accent4>
        <a:srgbClr val="3F3F3F"/>
      </a:accent4>
      <a:accent5>
        <a:srgbClr val="003860"/>
      </a:accent5>
      <a:accent6>
        <a:srgbClr val="FFD430"/>
      </a:accent6>
      <a:hlink>
        <a:srgbClr val="0000FF"/>
      </a:hlink>
      <a:folHlink>
        <a:srgbClr val="7F7F7F"/>
      </a:folHlink>
    </a:clrScheme>
    <a:fontScheme name="Group Strategy Font Setting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0" tIns="0" rIns="0" bIns="0" rtlCol="0" anchor="t">
        <a:noAutofit/>
      </a:bodyPr>
      <a:lstStyle>
        <a:defPPr marL="285750" indent="-285750">
          <a:buClr>
            <a:srgbClr val="C00000"/>
          </a:buClr>
          <a:buFont typeface="Arial" panose="020B0604020202020204" pitchFamily="34" charset="0"/>
          <a:buChar char="•"/>
          <a:defRPr sz="16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roup Strategy Template 2019" id="{9745A5BC-9F30-47DF-B568-2921C665BFAB}" vid="{E69A3F49-0FDF-4CF2-B309-CD0B30A61F4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4</Words>
  <Application>Microsoft Office PowerPoint</Application>
  <PresentationFormat>Custom</PresentationFormat>
  <Paragraphs>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Times New Roman</vt:lpstr>
      <vt:lpstr>Trebuchet MS</vt:lpstr>
      <vt:lpstr>Verdana</vt:lpstr>
      <vt:lpstr>2_Group Strategy Template 2019</vt:lpstr>
      <vt:lpstr>Group Strategy Template 2019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Gokhan Imral</cp:lastModifiedBy>
  <cp:revision>2</cp:revision>
  <dcterms:created xsi:type="dcterms:W3CDTF">2013-01-27T09:14:16Z</dcterms:created>
  <dcterms:modified xsi:type="dcterms:W3CDTF">2026-04-04T11:53:15Z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a88fe9-e822-4727-abde-1b56444e8f2b_Enabled">
    <vt:lpwstr>true</vt:lpwstr>
  </property>
  <property fmtid="{D5CDD505-2E9C-101B-9397-08002B2CF9AE}" pid="3" name="MSIP_Label_caa88fe9-e822-4727-abde-1b56444e8f2b_SetDate">
    <vt:lpwstr>2026-03-31T05:55:19Z</vt:lpwstr>
  </property>
  <property fmtid="{D5CDD505-2E9C-101B-9397-08002B2CF9AE}" pid="4" name="MSIP_Label_caa88fe9-e822-4727-abde-1b56444e8f2b_Method">
    <vt:lpwstr>Standard</vt:lpwstr>
  </property>
  <property fmtid="{D5CDD505-2E9C-101B-9397-08002B2CF9AE}" pid="5" name="MSIP_Label_caa88fe9-e822-4727-abde-1b56444e8f2b_Name">
    <vt:lpwstr>RAKBANK-Internal for files</vt:lpwstr>
  </property>
  <property fmtid="{D5CDD505-2E9C-101B-9397-08002B2CF9AE}" pid="6" name="MSIP_Label_caa88fe9-e822-4727-abde-1b56444e8f2b_SiteId">
    <vt:lpwstr>fbb70b95-2828-4ce3-90d5-c6e1ff243618</vt:lpwstr>
  </property>
  <property fmtid="{D5CDD505-2E9C-101B-9397-08002B2CF9AE}" pid="7" name="MSIP_Label_caa88fe9-e822-4727-abde-1b56444e8f2b_ActionId">
    <vt:lpwstr>47d21fea-479a-4555-b9b9-742e77de858b</vt:lpwstr>
  </property>
  <property fmtid="{D5CDD505-2E9C-101B-9397-08002B2CF9AE}" pid="8" name="MSIP_Label_caa88fe9-e822-4727-abde-1b56444e8f2b_ContentBits">
    <vt:lpwstr>2</vt:lpwstr>
  </property>
  <property fmtid="{D5CDD505-2E9C-101B-9397-08002B2CF9AE}" pid="9" name="MSIP_Label_caa88fe9-e822-4727-abde-1b56444e8f2b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RAKBANK-Internal</vt:lpwstr>
  </property>
</Properties>
</file>